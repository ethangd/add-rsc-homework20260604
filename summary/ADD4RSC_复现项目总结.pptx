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latin typeface="微软雅黑"/>
              </a:rPr>
              <a:t>ADD4RSC 复现项目总结（本仓库）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444444"/>
                </a:solidFill>
                <a:latin typeface="微软雅黑"/>
              </a:rPr>
              <a:t>原始仓库：github.com/deegy666/ADD-RSC</a:t>
            </a:r>
          </a:p>
          <a:p>
            <a:r>
              <a:rPr sz="1800" b="0">
                <a:solidFill>
                  <a:srgbClr val="444444"/>
                </a:solidFill>
                <a:latin typeface="微软雅黑"/>
              </a:rPr>
              <a:t>本地路径：C:\Ethan\code\cdssHomeWork20260604\ADD-RSC-homework20260604</a:t>
            </a:r>
          </a:p>
          <a:p>
            <a:r>
              <a:rPr sz="1800" b="0">
                <a:solidFill>
                  <a:srgbClr val="444444"/>
                </a:solidFill>
                <a:latin typeface="微软雅黑"/>
              </a:rPr>
              <a:t>生成日期：2026-06-25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微软雅黑"/>
              </a:rPr>
              <a:t>项目目标与现状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微软雅黑"/>
              </a:rPr>
              <a:t>目标：复现 Interspeech 2025 论文《Adaptive Differential Denoising for Respiratory Sounds Classification》的训练/评测流程。</a:t>
            </a:r>
          </a:p>
          <a:p>
            <a:pPr/>
            <a:r>
              <a:rPr sz="1800" b="0">
                <a:latin typeface="微软雅黑"/>
              </a:rPr>
              <a:t>当前进度：已完成 ResNet50 backbone 的训练跑通；产物位于 resnet50Save/。</a:t>
            </a:r>
          </a:p>
          <a:p>
            <a:pPr/>
            <a:r>
              <a:rPr sz="1800" b="0">
                <a:latin typeface="微软雅黑"/>
              </a:rPr>
              <a:t>尚未覆盖：AST backbone 完整复现；对齐论文 official 数据划分与最终指标。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微软雅黑"/>
              </a:rPr>
              <a:t>仓库结构一览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微软雅黑"/>
              </a:rPr>
              <a:t>main.py：训练入口（ResNet50/AST + ADD 去噪模块 + 指标计算/保存）</a:t>
            </a:r>
          </a:p>
          <a:p>
            <a:pPr/>
            <a:r>
              <a:rPr sz="1800" b="0">
                <a:latin typeface="微软雅黑"/>
              </a:rPr>
              <a:t>models/：ResNet50、AST、ADD 相关模块（AFF/MHDA/DDL）与损失</a:t>
            </a:r>
          </a:p>
          <a:p>
            <a:pPr/>
            <a:r>
              <a:rPr sz="1800" b="0">
                <a:latin typeface="微软雅黑"/>
              </a:rPr>
              <a:t>util/：ICBHI 数据集处理、特征提取、增强、训练工具函数</a:t>
            </a:r>
          </a:p>
          <a:p>
            <a:pPr/>
            <a:r>
              <a:rPr sz="1800" b="0">
                <a:latin typeface="微软雅黑"/>
              </a:rPr>
              <a:t>download_*.py：下载 ICBHI 数据与 AST 预训练权重的脚本</a:t>
            </a:r>
          </a:p>
          <a:p>
            <a:pPr/>
            <a:r>
              <a:rPr sz="1800" b="0">
                <a:latin typeface="微软雅黑"/>
              </a:rPr>
              <a:t>predict.py：推理脚本骨架（目前单文件预测仍需补全预处理）</a:t>
            </a:r>
          </a:p>
          <a:p>
            <a:pPr/>
            <a:r>
              <a:rPr sz="1800" b="0">
                <a:latin typeface="微软雅黑"/>
              </a:rPr>
              <a:t>resnet50Save/：当前已跑出的 ResNet50 训练产物（pth、曲线、json）</a:t>
            </a:r>
          </a:p>
          <a:p>
            <a:pPr/>
            <a:r>
              <a:rPr sz="1800" b="0">
                <a:latin typeface="微软雅黑"/>
              </a:rPr>
              <a:t>大量 .md/.pdf/.pptx：论文/模块理解笔记与演示材料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微软雅黑"/>
              </a:rPr>
              <a:t>核心训练流水线（main.py）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微软雅黑"/>
              </a:rPr>
              <a:t>数据：ICBHI wav+txt → 按呼吸周期切分 → 8s 定长/补齐</a:t>
            </a:r>
          </a:p>
          <a:p>
            <a:pPr/>
            <a:r>
              <a:rPr sz="1800" b="0">
                <a:latin typeface="微软雅黑"/>
              </a:rPr>
              <a:t>特征：kaldi fbank(n_mels=128) → Resize(1024,256) → SpecAugment(训练)</a:t>
            </a:r>
          </a:p>
          <a:p>
            <a:pPr/>
            <a:r>
              <a:rPr sz="1800" b="0">
                <a:latin typeface="微软雅黑"/>
              </a:rPr>
              <a:t>去噪：DiffTransformerLayer（AFF(AFNO1D)+MHDA+SwiGLU）</a:t>
            </a:r>
          </a:p>
          <a:p>
            <a:pPr/>
            <a:r>
              <a:rPr sz="1800" b="0">
                <a:latin typeface="微软雅黑"/>
              </a:rPr>
              <a:t>主干：ResNet50(单通道) 或 AST(ViT) → 线性分类器</a:t>
            </a:r>
          </a:p>
          <a:p>
            <a:pPr/>
            <a:r>
              <a:rPr sz="1800" b="0">
                <a:latin typeface="微软雅黑"/>
              </a:rPr>
              <a:t>指标：Sp/Se/Score；保存：best.pth + train_args.json + 曲线图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微软雅黑"/>
              </a:rPr>
              <a:t>论文整体架构示意</a:t>
            </a:r>
          </a:p>
        </p:txBody>
      </p:sp>
      <p:pic>
        <p:nvPicPr>
          <p:cNvPr id="3" name="Picture 2" descr="fig_02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50807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43755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微软雅黑"/>
              </a:rPr>
              <a:t>来自仓库 README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微软雅黑"/>
              </a:rPr>
              <a:t>ResNet50 训练超参（train_args.json）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latin typeface="微软雅黑"/>
              </a:rPr>
              <a:t>模型: resnet50</a:t>
            </a:r>
          </a:p>
          <a:p>
            <a:pPr/>
            <a:r>
              <a:rPr sz="1600" b="0">
                <a:latin typeface="微软雅黑"/>
              </a:rPr>
              <a:t>epochs: 50</a:t>
            </a:r>
          </a:p>
          <a:p>
            <a:pPr/>
            <a:r>
              <a:rPr sz="1600" b="0">
                <a:latin typeface="微软雅黑"/>
              </a:rPr>
              <a:t>batch_size: 8</a:t>
            </a:r>
          </a:p>
          <a:p>
            <a:pPr/>
            <a:r>
              <a:rPr sz="1600" b="0">
                <a:latin typeface="微软雅黑"/>
              </a:rPr>
              <a:t>lr: 5e-05</a:t>
            </a:r>
          </a:p>
          <a:p>
            <a:pPr/>
            <a:r>
              <a:rPr sz="1600" b="0">
                <a:latin typeface="微软雅黑"/>
              </a:rPr>
              <a:t>weight_decay: 1e-06</a:t>
            </a:r>
          </a:p>
          <a:p>
            <a:pPr/>
            <a:r>
              <a:rPr sz="1600" b="0">
                <a:latin typeface="微软雅黑"/>
              </a:rPr>
              <a:t>optimizer: adam</a:t>
            </a:r>
          </a:p>
          <a:p>
            <a:pPr/>
            <a:r>
              <a:rPr sz="1600" b="0">
                <a:latin typeface="微软雅黑"/>
              </a:rPr>
              <a:t>sample_rate: 16000</a:t>
            </a:r>
          </a:p>
          <a:p>
            <a:pPr/>
            <a:r>
              <a:rPr sz="1600" b="0">
                <a:latin typeface="微软雅黑"/>
              </a:rPr>
              <a:t>cycle秒: 8</a:t>
            </a:r>
          </a:p>
          <a:p>
            <a:pPr/>
            <a:r>
              <a:rPr sz="1600" b="0">
                <a:latin typeface="微软雅黑"/>
              </a:rPr>
              <a:t>n_mels: 128</a:t>
            </a:r>
          </a:p>
          <a:p>
            <a:pPr/>
            <a:r>
              <a:rPr sz="1600" b="0">
                <a:latin typeface="微软雅黑"/>
              </a:rPr>
              <a:t>nfft: 1024</a:t>
            </a:r>
          </a:p>
          <a:p>
            <a:pPr/>
            <a:r>
              <a:rPr sz="1600" b="0">
                <a:latin typeface="微软雅黑"/>
              </a:rPr>
              <a:t>SpecAug: icbhi_ast_sup</a:t>
            </a:r>
          </a:p>
          <a:p>
            <a:pPr/>
            <a:r>
              <a:rPr sz="1600" b="0">
                <a:latin typeface="微软雅黑"/>
              </a:rPr>
              <a:t>loss_beta: 0.5</a:t>
            </a:r>
          </a:p>
          <a:p>
            <a:pPr/>
            <a:r>
              <a:rPr sz="1600" b="0">
                <a:latin typeface="微软雅黑"/>
              </a:rPr>
              <a:t>denoise_d_model: 256</a:t>
            </a:r>
          </a:p>
          <a:p>
            <a:pPr/>
            <a:r>
              <a:rPr sz="1600" b="0">
                <a:latin typeface="微软雅黑"/>
              </a:rPr>
              <a:t>denoise_heads: 8</a:t>
            </a:r>
          </a:p>
          <a:p>
            <a:pPr/>
            <a:r>
              <a:rPr sz="1600" b="0">
                <a:latin typeface="微软雅黑"/>
              </a:rPr>
              <a:t>denoise_depth: 6</a:t>
            </a:r>
          </a:p>
          <a:p>
            <a:pPr/>
            <a:r>
              <a:rPr sz="1600" b="0">
                <a:latin typeface="微软雅黑"/>
              </a:rPr>
              <a:t>EMA: True</a:t>
            </a:r>
          </a:p>
          <a:p>
            <a:pPr/>
            <a:r>
              <a:rPr sz="1600" b="0">
                <a:latin typeface="微软雅黑"/>
              </a:rPr>
              <a:t>EMA_beta: 0.5</a:t>
            </a:r>
          </a:p>
          <a:p>
            <a:pPr/>
            <a:r>
              <a:rPr sz="1600" b="0">
                <a:latin typeface="微软雅黑"/>
              </a:rPr>
              <a:t>data_folder: ./ICBHI/ICBHI_final_database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微软雅黑"/>
              </a:rPr>
              <a:t>训练过程曲线（checkpoints.png）</a:t>
            </a:r>
          </a:p>
        </p:txBody>
      </p:sp>
      <p:pic>
        <p:nvPicPr>
          <p:cNvPr id="3" name="Picture 2" descr="check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59139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微软雅黑"/>
              </a:rPr>
              <a:t>当前结果与产物位置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latin typeface="微软雅黑"/>
              </a:rPr>
              <a:t>结果文件：C:\Ethan\code\cdssHomeWork20260604\ADD-RSC-homework20260604\resnet50Save\save\icbhi_resnet50_train_resnet\results.json</a:t>
            </a:r>
          </a:p>
          <a:p>
            <a:pPr/>
            <a:r>
              <a:rPr sz="1600" b="0">
                <a:latin typeface="微软雅黑"/>
              </a:rPr>
              <a:t>icbhi_resnet50_train_resnet: Sp=0.0  Se=15.31  Score=7.66</a:t>
            </a:r>
          </a:p>
          <a:p>
            <a:pPr/>
            <a:r>
              <a:rPr sz="1600" b="0">
                <a:latin typeface="微软雅黑"/>
              </a:rPr>
              <a:t>模型权重：C:\Ethan\code\cdssHomeWork20260604\ADD-RSC-homework20260604\resnet50Save\save\icbhi_resnet50_train_resnet\best.pth</a:t>
            </a:r>
          </a:p>
          <a:p>
            <a:pPr/>
            <a:r>
              <a:rPr sz="1600" b="0">
                <a:latin typeface="微软雅黑"/>
              </a:rPr>
              <a:t>备份权重：C:\Ethan\code\cdssHomeWork20260604\ADD-RSC-homework20260604\resnet50Save\save\icbhi_resnet50_train_resnet\best_epoch_15.pth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微软雅黑"/>
              </a:rPr>
              <a:t>对齐论文的风险点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latin typeface="微软雅黑"/>
              </a:rPr>
              <a:t>ICBHIDataset 使用随机 60/40 split（seed=1），未真正实现 official fold（util/icbhi_dataset.py）。</a:t>
            </a:r>
          </a:p>
          <a:p>
            <a:pPr/>
            <a:r>
              <a:rPr sz="1600" b="0">
                <a:latin typeface="微软雅黑"/>
              </a:rPr>
              <a:t>validate() 的 loss 口径与训练不一致（train 用 loss_beta 加权；validate 直接相加）（main.py）。</a:t>
            </a:r>
          </a:p>
          <a:p>
            <a:pPr/>
            <a:r>
              <a:rPr sz="1600" b="0">
                <a:latin typeface="微软雅黑"/>
              </a:rPr>
              <a:t>MHDA 内部 LayerNorm 固定到 cuda:0（models/adapt_diff_denoise.py），可能导致设备不兼容。</a:t>
            </a:r>
          </a:p>
          <a:p>
            <a:pPr/>
            <a:r>
              <a:rPr sz="1600" b="0">
                <a:latin typeface="微软雅黑"/>
              </a:rPr>
              <a:t>predict.py 缺少与训练一致的音频→fbank 预处理。</a:t>
            </a:r>
          </a:p>
          <a:p>
            <a:pPr/>
            <a:r>
              <a:rPr sz="1600" b="0">
                <a:latin typeface="微软雅黑"/>
              </a:rPr>
              <a:t>AST 强依赖 timm==0.4.5（models/ast.py assert）。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微软雅黑"/>
              </a:rPr>
              <a:t>下一步建议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微软雅黑"/>
              </a:rPr>
              <a:t>对齐数据划分（官方 split / RespireNet 80-20），再对齐论文超参。</a:t>
            </a:r>
          </a:p>
          <a:p>
            <a:pPr/>
            <a:r>
              <a:rPr sz="1800" b="0">
                <a:latin typeface="微软雅黑"/>
              </a:rPr>
              <a:t>补全 AST backbone 的训练与评测闭环。</a:t>
            </a:r>
          </a:p>
          <a:p>
            <a:pPr/>
            <a:r>
              <a:rPr sz="1800" b="0">
                <a:latin typeface="微软雅黑"/>
              </a:rPr>
              <a:t>处理类别不平衡：--weighted_sampler / --weighted_loss，重点观察 Se/Score。</a:t>
            </a:r>
          </a:p>
          <a:p>
            <a:pPr/>
            <a:r>
              <a:rPr sz="1800" b="0">
                <a:latin typeface="微软雅黑"/>
              </a:rPr>
              <a:t>修复 MHDA 设备硬编码与验证口径，提升可复现性。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微软雅黑"/>
              </a:rPr>
              <a:t>附录：文件统计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微软雅黑"/>
              </a:rPr>
              <a:t>总文件数（排除 .pyc/.pth 与 __pycache__）：55</a:t>
            </a:r>
          </a:p>
          <a:p>
            <a:pPr/>
            <a:r>
              <a:rPr sz="1800" b="0">
                <a:latin typeface="微软雅黑"/>
              </a:rPr>
              <a:t>Python 源码：17</a:t>
            </a:r>
          </a:p>
          <a:p>
            <a:pPr/>
            <a:r>
              <a:rPr sz="1800" b="0">
                <a:latin typeface="微软雅黑"/>
              </a:rPr>
              <a:t>Markdown 文档：11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