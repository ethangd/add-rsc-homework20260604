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呼吸声分类的自适应差分去噪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96D6"/>
                </a:solidFill>
              </a:rPr>
              <a:t>Adaptive Differential Denoising for Respiratory Sounds Classification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096D6"/>
                </a:solidFill>
              </a:rPr>
              <a:t>Interspeech 2025 | Dong Gaoyang et al.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6D6"/>
                </a:solidFill>
              </a:rPr>
              <a:t>报告大纲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Part 1: 论文介绍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  1. 研究背景与动机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  2. 现有方法的局限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  3. ADD4RSC 三大核心贡献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  4. 模型架构详解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  5. SOTA 结果与消融实验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Part 2: 复现报告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  6. 本地复现环境与过程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  7. 两次训练结果对比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  8. 过拟合分析与经验总结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96D6"/>
                </a:solidFill>
              </a:rPr>
              <a:t>Part 1: 论文介绍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6D6"/>
                </a:solidFill>
              </a:rPr>
              <a:t>研究背景：自动呼吸声分类的临床价值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核心价值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无创诊断肺部疾病：哮喘、肺炎、COPD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远程医疗和资源受限地区的早期筛查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数字听诊器 + AI → 客观化、标准化诊断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ICBHI 2017 数据集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126 名参与者，采样率 4kHz-44.1kHz（重采样至 16kHz）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60% 训练 / 40% 测试（患者不重叠）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4 类：normal (~53%), crackle (~25%), wheeze (~14%), both (~7%)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6D6"/>
                </a:solidFill>
              </a:rPr>
              <a:t>面临的核心挑战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噪声污染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肢体运动伪影、心音干扰、环境噪声、传感器伪影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数据稀缺与类别不平衡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带注释样本不足；normal 占 53%，both 仅占 7%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传统去噪方法的根本缺陷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巴特沃斯带通滤波：过度衰减 &gt;2000Hz，丢失高频裂音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小波分解：依赖固定基函数，丢失瞬态特征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谱减法/维纳滤波：无法保留高频病理特征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6D6"/>
                </a:solidFill>
              </a:rPr>
              <a:t>现有"显式去噪→分类"范式的三大局限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传统流程：原始音频 → 显式去噪 → 分类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1. 区域不匹配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通用音频去噪器在非生物医学记录上训练，不适用于呼吸声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2. 病理特征丢失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显式去噪模块无意中消除细微但关键的病理特征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3. 目标解耦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级联结构阻碍噪声不变表示的联合优化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96D6"/>
                </a:solidFill>
              </a:rPr>
              <a:t>核心贡献：ADD4RSC 三大创新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6D6"/>
                </a:solidFill>
              </a:rPr>
              <a:t>创新一：自适应频率滤波器（AFF）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核心思想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在频域中通过可学习频谱掩码抑制噪声，保留诊断高频成分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技术实现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FFT → 可学习掩码 M(·)：Linear → ReLU → Linear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软收缩 S_α(x) = sign(x)·max(|x|-α, 0)，α=0.02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掩码 × 频谱 → iFFT 还原时域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关键优势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每个输入样本生成独特频谱掩码（实例自适应）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软收缩避免硬截断的信息丢失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保留 &gt;2000Hz 的高频裂音特征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6D6"/>
                </a:solidFill>
              </a:rPr>
              <a:t>创新二：差分去噪层（DDL）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核心思想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多头差分注意力（MHDA）：两路注意力差分抑制噪声扰动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数学公式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A = [softmax(Q₁K₁ᵀ/√d) - λ·softmax(Q₂K₂ᵀ/√d)] · V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λ = exp(λ_q1·λ_k1) - exp(λ_q2·λ_k2) + λ_init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工作原理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Q, K 各分两组 → 计算两路独立注意力 → 差分过滤噪声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保留稳定的高置信度特征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与传统注意力对比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传统：softmax(QKᵀ)·V（单路，对噪声敏感）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MHDA：双路差分（过滤噪声敏感变化）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6D6"/>
                </a:solidFill>
              </a:rPr>
              <a:t>创新三：偏置去噪损失（BDL）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混合损失设计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L = β · L_BiasDenoise + (1-β) · L_CE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β = 0.5（去噪与分类权重平衡）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偏置去噪损失（标签平滑交叉熵）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L_BiasDenoise = -Σ[y_c(1-ε) + ε/C]·log[φ(Norm(p))]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ε = 0.2（不确定性缓冲器），C = 4（分类数）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设计优势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仅依赖分类标签，无需干净参考信号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标签平滑防止模型过度自信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联合优化分类准确性和去噪鲁棒性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96D6"/>
                </a:solidFill>
              </a:rPr>
              <a:t>模型架构详解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6D6"/>
                </a:solidFill>
              </a:rPr>
              <a:t>ADD4RSC 整体架构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输入音频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  ↓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预处理：重采样16kHz → 固定8秒 → 幅度归一化 → Mel频谱图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  ↓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DiffTransformerLayer（核心模块）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  ├── AFF (AFNO1D)：频域可学习掩码滤波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  └── DDL (MultiHeadDifferentialAttention)：多头差分注意力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  ↓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Backbone：ResNet50 或 AST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  ↓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分类器 → 4类（normal / crackle / wheeze / both）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训练损失：L = 0.5·L_BDL + 0.5·L_CE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6D6"/>
                </a:solidFill>
              </a:rPr>
              <a:t>两种骨干网络对比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ResNet50（CNN）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随机初始化 / ImageNet 预训练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Mel频谱图 → 卷积提取局部特征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参数量较小，训练较快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论文 Score：58.97%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AST — Audio Spectrogram Transformer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MIT 2021，首个无卷积纯注意力音频分类模型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AudioSet 预训练权重微调（~340MB）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Mel频谱图 → 切 16×16 patch → 全局注意力建模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论文 Score：65.53%（SOTA）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96D6"/>
                </a:solidFill>
              </a:rPr>
              <a:t>实验结果</a:t>
            </a:r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6D6"/>
                </a:solidFill>
              </a:rPr>
              <a:t>SOTA 对比：CNN 方法（ICBHI 2017）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828800"/>
                <a:gridCol w="1828800"/>
                <a:gridCol w="18288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CNN 模型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Sp(%)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Se(%)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Score(%)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发表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LungRN+NL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63.20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41.32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52.26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BioCAS 2019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RespireNet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72.30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40.10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56.20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EMBC 2021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CoTuning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79.34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37.24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58.29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IEEE TBE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SCL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75.95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39.15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57.55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WASPAA 2023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ECB71"/>
                          </a:solidFill>
                        </a:rPr>
                        <a:t>ADD4RSC (ResNet50)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83.76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34.18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58.97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Interspeech 2025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6D6"/>
                </a:solidFill>
              </a:rPr>
              <a:t>SOTA 对比：Transformer 方法（ICBHI 2017）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828800"/>
                <a:gridCol w="1828800"/>
                <a:gridCol w="18288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Transformer 模型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Sp(%)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Se(%)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Score(%)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发表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AST Fine-tuning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77.14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41.97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59.55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IS 2023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Patch-Mix CL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81.66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43.07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62.37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IS 2023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M2D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81.51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45.08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63.29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IEEE TASLP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BTS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81.40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45.67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63.54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IS 2024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CycleGuardian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82.06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44.47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63.26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C&amp;IS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ECB71"/>
                          </a:solidFill>
                        </a:rPr>
                        <a:t>ADD4RSC (AST)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85.13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45.94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ECB71"/>
                          </a:solidFill>
                        </a:rPr>
                        <a:t>65.53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IS 2025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6D6"/>
                </a:solidFill>
              </a:rPr>
              <a:t>消融实验（AST 骨干网）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2286000"/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模型变体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Sp(%)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Se(%)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Score(%)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w/ AFF only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82.47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44.47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63.47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w/ DDL only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83.73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44.03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63.88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w/ AFF+DDL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84.41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44.78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64.60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w/ AFF+BDL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83.76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44.62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64.19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w/ DDL+BDL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84.54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44.32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64.43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ECB71"/>
                          </a:solidFill>
                        </a:rPr>
                        <a:t>完整 ADD4RSC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85.13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45.94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ECB71"/>
                          </a:solidFill>
                        </a:rPr>
                        <a:t>65.53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96D6"/>
                </a:solidFill>
              </a:rPr>
              <a:t>Part 2: 复现报告</a:t>
            </a: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6D6"/>
                </a:solidFill>
              </a:rPr>
              <a:t>复现环境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硬件配置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GPU：NVIDIA L20 (46GB VRAM) × 8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软件环境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框架：PyTorch 2.0.1 + CUDA 11.7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Python 3.x + torchaudio 2.0.1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数据集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ICBHI 2017 Respiratory Sound Database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训练 4213 个呼吸周期 / 测试 2685 个呼吸周期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4 类分类：normal / crackle / wheeze / both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6D6"/>
                </a:solidFill>
              </a:rPr>
              <a:t>第一次训练：默认参数（ResNet50）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训练命令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python main.py --data_folder ./ICBHI/ICBHI_final_database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关键参数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模型：ResNet50（从头训练，无预训练）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Epochs: 50, Batch Size: 8, LR: 5e-5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加权采样：❌  加权损失：❌  ImageNet预训练：❌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训练耗时：约 2.5 天（2026-06-16 ~ 2026-06-18）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6D6"/>
                </a:solidFill>
              </a:rPr>
              <a:t>第一次训练结果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指标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复现结果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论文结果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差距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Sp (特异性)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89.94%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83.76%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+6.18%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Se (敏感性)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7.42%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34.18%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-26.76% ❌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Score (综合)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48.68%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58.97%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-10.29% ❌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6D6"/>
                </a:solidFill>
              </a:rPr>
              <a:t>第一次训练：问题诊断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核心问题：Se 极低（7.42%）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模型几乎把所有样本预测为"正常"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根因分析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</a:rPr>
              <a:t>1. 类别不平衡未处理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   normal 占 53.4%，both 仅 7.3%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   默认 weighted_sampler=false, weighted_loss=false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</a:rPr>
              <a:t>2. 无预训练权重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   ResNet50 随机初始化，收敛慢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</a:rPr>
              <a:t>3. 学习率偏保守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   5e-5 对从零训练可能偏低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6D6"/>
                </a:solidFill>
              </a:rPr>
              <a:t>第二次训练：优化参数（ResNet50）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训练命令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python main.py --imagenet_pretrained --weighted_sampler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  --weighted_loss --batch_size 16 --eval_freq 2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  --early_stop_patience 4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关键改进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✅ ImageNet 预训练：加速收敛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✅ 加权采样器：平衡各类样本出现频率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✅ 加权损失函数：增加少数类损失权重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✅ Batch Size 16：训练速度翻倍（526→263 steps/epoch）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✅ 早停 patience=4：防止过拟合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训练耗时：约 17 小时（每轮约 20 分钟）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6D6"/>
                </a:solidFill>
              </a:rPr>
              <a:t>第二次训练结果 ⭐ Score 超过论文！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指标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复现结果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论文结果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差距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Sp (特异性)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68.89%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83.76%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-14.87%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Se (敏感性)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54.22%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34.18%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+20.04% ✅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Score (综合)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ECB71"/>
                          </a:solidFill>
                        </a:rPr>
                        <a:t>61.55%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58.97%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+2.58% ✅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6D6"/>
                </a:solidFill>
              </a:rPr>
              <a:t>两次训练对比总结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1645920"/>
                <a:gridCol w="1645920"/>
                <a:gridCol w="13716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训练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Sp(%)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Se(%)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Score(%)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耗时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关键改动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第一次（默认）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89.94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7.42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48.68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2.5天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无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第二次（优化）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68.89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54.22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ECB71"/>
                          </a:solidFill>
                        </a:rPr>
                        <a:t>61.55 ✅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17h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加权+预训练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论文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83.76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34.18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58.97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ECB71"/>
                          </a:solidFill>
                        </a:rPr>
                        <a:t>完整配置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6D6"/>
                </a:solidFill>
              </a:rPr>
              <a:t>关键洞察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加权采样 + 加权损失 → Se 从 7% 跃升至 54%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优化后 Score 61.55% 超过论文 58.97%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Sp/Se 分布不同：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我们的模型更擅长检测异常（高 Se 54%）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论文模型更擅长识别正常（高 Sp 84%）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最佳结果出现在 Epoch 36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6D6"/>
                </a:solidFill>
              </a:rPr>
              <a:t>过拟合分析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第二次训练过拟合诊断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训练准确率（最终）：89.50%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测试准确率（最终）：60.86%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差距：28.64%（严重过拟合 &gt;25%）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训练曲线特征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训练准确率持续上升（27% → 89.5%）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测试准确率在 Epoch 36 后停滞甚至下降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Score 峰值出现在 Epoch 36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改进建议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Early Stopping（Epoch 36 停止）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增加 Dropout (0.3-0.5) + Weight Decay (1e-4)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数据增强：SpecAugment 加强、时移、添加噪声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6D6"/>
                </a:solidFill>
              </a:rPr>
              <a:t>单样本预测验证</a:t>
            </a:r>
            <a:endParaRPr lang="en-US" sz="2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分类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预测概率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crackle（爆裂音）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61.71% ✅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both（爆裂音+喘鸣音）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29.89%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wheeze（喘鸣音）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5.41%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normal（正常）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3.00%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6D6"/>
                </a:solidFill>
              </a:rPr>
              <a:t>复现差距根因分析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5943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因素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影响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类别不平衡处理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⭐⭐⭐ 高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weighted_sampler + weighted_loss 是关键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数据划分协议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⭐⭐⭐ 高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随机划分 vs official split 可能不一致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预训练权重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⭐⭐ 中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ImageNet/AudioSet 预训练加速收敛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ADD 模块实现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⭐⭐ 中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denoise_depth 实际控制 lambda_init 非层堆叠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训练细节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⭐ 低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</a:rPr>
                        <a:t>loss 口径差异、AMP GradScaler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96D6"/>
                </a:solidFill>
              </a:rPr>
              <a:t>结论与展望</a:t>
            </a:r>
            <a:endParaRPr lang="en-US" sz="3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6D6"/>
                </a:solidFill>
              </a:rPr>
              <a:t>结论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1. ADD4RSC 方法有效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AFF + DDL + BDL 三模块协同，ICBHI 2017 达到 SOTA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2. 本地复现 Score 61.55% 超过论文 58.97%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优化参数后 ResNet50+ADD 取得更好成绩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3. 类别平衡处理是复现关键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加权采样 + 加权损失 → Se 从 7% 跃升至 54%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4. 方法具有架构无关性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ADD 模块可同时应用于 CNN (ResNet50) 和 Transformer (AST)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5. 过拟合是主要挑战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训练-测试差距 28.64%，需 Early Stopping + 正则化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6D6"/>
                </a:solidFill>
              </a:rPr>
              <a:t>未来工作方向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1. AST 骨干网络复现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预期 Score 更高（论文 AST 达 65.53%）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2. 呼吸声事件检测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从分类任务扩展到检测任务（定位异常时间点）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3. 跨数据集泛化验证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在其他呼吸声数据集上验证 ADD 方法的通用性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4. 实时部署优化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模型轻量化，适配可穿戴设备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6D6"/>
                </a:solidFill>
              </a:rPr>
              <a:t>参考文献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1. Dong, G., Zhang, Z., Sun, P., &amp; Zhang, M. (2025).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"Adaptive Differential Denoising for Respiratory Sounds Classification"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Interspeech 2025. arXiv:2506.02505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2. ICBHI 2017 Respiratory Sound Database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https://bhichallenge.med.auth.gr/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3. AST Pre-trained Model (MIT)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https://huggingface.co/MIT/ast-finetuned-audioset-10-10-0.4593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4. Code Repository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https://github.com/deegy666/ADD-RSC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谢谢！欢迎提问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96D6"/>
                </a:solidFill>
              </a:rPr>
              <a:t>Q &amp; 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2026-06-29T14:46:43Z</dcterms:created>
  <dcterms:modified xsi:type="dcterms:W3CDTF">2026-06-29T14:46:43Z</dcterms:modified>
</cp:coreProperties>
</file>